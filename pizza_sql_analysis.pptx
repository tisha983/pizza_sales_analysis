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79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40480" y="2286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🍕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Sales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286000" y="2788920"/>
            <a:ext cx="457200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Queries to Advanced Insights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1600" y="374904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3749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374904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3749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749040"/>
            <a:ext cx="1554480" cy="411480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3749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070"/>
                </a:solidFill>
              </a:rPr>
              <a:t>Pizza Sales SQL Case Study  •  13 Questions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12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•  Order Metrics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97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total number of orders placed.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Q1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0452C8B-E36C-2635-D99C-323B5168F4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36" b="24627"/>
          <a:stretch>
            <a:fillRect/>
          </a:stretch>
        </p:blipFill>
        <p:spPr>
          <a:xfrm>
            <a:off x="407539" y="2991480"/>
            <a:ext cx="3025402" cy="4723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•  Revenue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97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total revenue generated from pizza sales.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Q2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230019-57F7-C5B0-6987-2F40E226A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02" y="2938146"/>
            <a:ext cx="4130398" cy="14555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•  Pricing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97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highest-priced pizza.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Q3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22D5935-37DB-0684-890D-FF0F581F9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41648"/>
            <a:ext cx="3345735" cy="1707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•  Order Patterns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97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common pizza size ordered.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2048256"/>
            <a:ext cx="21991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Q4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49F9E78-25E7-956C-85EA-FB37B4522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410141"/>
            <a:ext cx="4554741" cy="21946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168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•  Top Items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97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top 5 most ordered pizza types along with their quantities.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2048256"/>
            <a:ext cx="2483716" cy="331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Q5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E35F8F-04BE-5A46-3F65-06AB5992E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9862"/>
            <a:ext cx="4457851" cy="22359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•  Category 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97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total quantity of each pizza category ordered.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2048256"/>
            <a:ext cx="2447383" cy="313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Q6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593BEE-2470-D426-701C-6C54E010A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61695"/>
            <a:ext cx="3718882" cy="2263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 •  Time 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97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distribution of orders by hour of the day.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2048256"/>
            <a:ext cx="2532161" cy="216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Q7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0BDF5E-FFDD-DA3F-240D-6C451DA70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92821"/>
            <a:ext cx="3071126" cy="12345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56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 •  Category Distribution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97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category-wise distribution of pizzas.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1984248"/>
            <a:ext cx="2350492" cy="40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Q8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2E5F7D4-366A-7BDE-41C1-2885A1718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85" y="2455982"/>
            <a:ext cx="2872989" cy="10668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 •  Daily Averages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97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orders by date and calculate the average number of pizzas ordered per day.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2075688"/>
            <a:ext cx="2283881" cy="376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Q9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0DA1F8-6BB0-C42C-C324-0B5AE9C1C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480219"/>
            <a:ext cx="4191363" cy="21033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 •  Revenue Leaders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972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top 3 most ordered pizza types based on revenue.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72503" y="1984248"/>
            <a:ext cx="2143693" cy="431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Q10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8959D19-7CD5-6DE1-3240-0453948DD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2" y="2468266"/>
            <a:ext cx="4237087" cy="15393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 •  Revenue Share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percentage contribution of each pizza type to total revenue.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2075688"/>
            <a:ext cx="2320214" cy="286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Q11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65126C-D4E5-3EFE-C95F-6F8E91906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50" y="2361695"/>
            <a:ext cx="4330190" cy="25012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56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 •  Trend Analysis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cumulative revenue generated over time.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2048256"/>
            <a:ext cx="2041655" cy="30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Q12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375575-0D18-1160-F862-6B009C916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419253"/>
            <a:ext cx="4730355" cy="21250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56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828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828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 •  Category Leaders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68580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9875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top 3 most ordered pizza types based on revenue for each pizza category.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84832"/>
            <a:ext cx="7960125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08483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APPROACH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A4A5A"/>
                </a:solidFill>
              </a:rPr>
              <a:t>Q13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DC27D06-76C6-AD07-DC24-6B120CFE0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6292"/>
            <a:ext cx="4418935" cy="2103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286</Words>
  <Application>Microsoft Office PowerPoint</Application>
  <PresentationFormat>On-screen Show (16:9)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tisha kushwah</cp:lastModifiedBy>
  <cp:revision>2</cp:revision>
  <dcterms:created xsi:type="dcterms:W3CDTF">2026-09-28T12:39:27Z</dcterms:created>
  <dcterms:modified xsi:type="dcterms:W3CDTF">2026-09-29T10:08:19Z</dcterms:modified>
</cp:coreProperties>
</file>